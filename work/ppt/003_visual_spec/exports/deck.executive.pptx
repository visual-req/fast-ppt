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334155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PRESENTATION DECK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828800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Visual-Spec：需求到规约，一步到位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驱动的需求工程化工作台，把原始需求一键转成结构化规约、交互原型和验收标准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风格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Slate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815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讲师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815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Visual-Spec 团队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5715000"/>
            <a:ext cx="182880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579729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日期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38928" y="59527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334155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868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目录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14400" y="1645920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691640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1673352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需求之痛：每个团队都踩过的坑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2212848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2258568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2240280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Visual-Spec 如何把需求变成规约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2779776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2825496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2807208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完整工作流与核心能力全景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3346704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3392424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3374136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关键命令：从分析到实现与测试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3913632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959352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54480" y="3941064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效果对比、适用对象与典型场景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14400" y="4480560"/>
            <a:ext cx="475488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4526280"/>
            <a:ext cx="402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54480" y="4507992"/>
            <a:ext cx="8686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马上开始：如何落地使用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334155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Chapter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945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需求之痛：每个团队都踩过的坑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散乱的 PRD、漏掉的边界条件、反复的返工——先看看我们每天在经历什么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需求之痛：9 个团队常见痛点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需求模糊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一页纸/一句话需求，缺乏详细描述与场景展开，三方理解成三种样子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69080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7096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需求质量不高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97096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遗漏边界/权限/角色/异常/场景，需求理解与业务要求不一致，细节模糊产生歧义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51776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验收缺失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79792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「功能正常」不叫验收标准，缺少有效的确认与验证过程，交付不可量化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返工成本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需求变更后设计、编码、测试、文档连锁修改，一次变更 19.5 人时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信息分散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97096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需求散落在 PRD、聊天记录、会议纪要里，没有单一事实来源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设计遗漏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9792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开发凭经验补设计，外部依赖识别不足，权限、并发、事务没人明确说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流程断裂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需求→设计→开发→测试各阶段信息断层，理解层层偏移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7096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不可追溯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97096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需求变更后，谁改的、为什么改、影响什么功能——全不清楚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沟通成本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79792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平均沟通 8 轮才能对齐，每次评审都像重新讲一遍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更多需求痛点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17043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33502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缺少确认与验证过程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0976" y="16459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验收靠口头确认，没有量化标准和可执行用例，交付质量依赖个人经验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2784" y="117043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133502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需求频繁变更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7376" y="16459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变更靠口头和文件名版本号传递，手工通知 5 个角色，总有人漏掉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" y="341071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575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版本管理混乱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3886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PRD_v3 → final → final2_修，没有变更历史和影响分析记录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341071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3575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外部依赖识别不足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37376" y="3886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只关注本系统功能，忽略上下游接口依赖，开发到一半才发现需要跨团队协调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痛点一：需求模糊 —— 一页纸需求的三套理解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痛点二：需求质量不高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痛点三：验收标准缺失，交付不可量化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痛点四：返工成本——40% 工作量花在返工上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痛点五：信息分散——没有单一事实来源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痛点六：设计遗漏——PRD 只写功能，不写技术约束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痛点七：流程断裂——理解在传递中层层偏移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痛点八：不可追溯——谁改的、为什么、影响什么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痛点九：沟通成本——8 轮评审才对齐一次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痛点十：缺少有效的确认与验证过程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痛点十一：需求频繁变更，版本管理混乱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痛点十二：外部依赖识别不足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解决方案原理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Visual-Spec 完整工作流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Visual-Spec 核心能力全景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/vspec:new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需求分析：原始需求 → 角色/功能/流程/场景基线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69080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7096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/vspec:refine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97096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需求精炼：变更后自动同步下游设计、原型、测试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51776" y="1133856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9792" y="129844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/vspec:detail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79792" y="1572768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详细设计：20+ 维度逐功能展开，权限/校验/状态机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/vspec:verify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原型验证：生成数据模型 + 可交互 HTML 原型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/vspec:accept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97096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验收用例：基于场景矩阵自动生成验收测试用例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2706624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28712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/vspec:append-test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79792" y="3145536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自动化测试：输出 JUnit/pytest/Cucumber 可执行代码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/vspec:qc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质量检查：15+ 行业标准扫描，生成质检报告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97096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/vspec:impl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97096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集成实现：生成前后端代码，对接现有技术栈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51776" y="4279392"/>
            <a:ext cx="3044952" cy="1335024"/>
          </a:xfrm>
          <a:prstGeom prst="roundRect">
            <a:avLst>
              <a:gd name="adj" fmla="val 12329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44439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/vspec:plan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79792" y="4718304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规划排期：基于功能清单自动估算工时与排期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/vspec:new 工作流程：从一句话到结构化规约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详细设计：/vspec:detail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确认与验证流程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原型验证：/vspec:verify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质量检查：/vspec:qc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集成实现：/vspec:impl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自动化测试：/vspec:append-test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读取 /specs/acceptance/ 中的验收用例 + 项目现有测试框架配置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自动生成适配当前技术栈的自动化测试代码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支持 JUnit（Java）、pytest（Python）、Cucumber（BDD）等多种格式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测试代码含：setup/teardown、断言逻辑、mock 数据、参数化用例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输出到项目 test/ 目录，可直接加入 CI 流水线运行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变更后重新运行 /vspec:refine，测试用例自动同步更新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74920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39512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39512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单元/集成测试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03336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7928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67928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自动化测试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74920" y="361188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37764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Cucumber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9512" y="408736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BDD 行为驱动测试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规划排期：/vspec:plan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验收用例生成：为什么场景和验收用例天然匹配？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024128"/>
            <a:ext cx="11002975" cy="541324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存量升级：/vspec:upgrade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专为存量系统升级/改造场景设计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读入 /docs/legacy/ 存量资料 + /docs/current/ 新需求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生成升级方案并同步技术选型到 /scheme.yaml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输出：改造目标规约 + 技术栈选择 + 迁移路径建议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效果对比：用与不用的差别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77824" y="1444752"/>
            <a:ext cx="4480560" cy="4023360"/>
          </a:xfrm>
          <a:prstGeom prst="roundRect">
            <a:avLst>
              <a:gd name="adj" fmla="val 5455"/>
            </a:avLst>
          </a:prstGeom>
          <a:solidFill>
            <a:srgbClr val="FFF7F7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39712" y="1444752"/>
            <a:ext cx="4480560" cy="4023360"/>
          </a:xfrm>
          <a:prstGeom prst="roundRect">
            <a:avLst>
              <a:gd name="adj" fmla="val 5455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不用 visual-spec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59168" y="17556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用 visual-spec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21284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沟通 8 轮仍理解不一致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返工率 40%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需求准确率 60%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边界条件靠开发猜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验收标准口头传递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需求→设计→实现脱节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59168" y="221284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沟通 2 轮对齐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返工率 &lt;10%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需求准确率 95%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边界条件自动检出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验收脚本自动生成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全链路可追溯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13248" y="2852928"/>
            <a:ext cx="1005840" cy="56692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谁应该用 visual-spec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86384" y="117043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33502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产品经理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0976" y="16459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快速验证需求完整性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一键生成原型对齐预期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变更后自动同步下游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2784" y="117043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133502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技术负责人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37376" y="16459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降低设计遗漏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统一需求到设计的标准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减少评审返工轮次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" y="341071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575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开发工程师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3886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详细设计直接指导编码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边界条件不再靠猜测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/vspec:impl 生成代码骨架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3410712"/>
            <a:ext cx="5074920" cy="1938528"/>
          </a:xfrm>
          <a:prstGeom prst="roundRect">
            <a:avLst>
              <a:gd name="adj" fmla="val 8491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357530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测试工程师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37376" y="38862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/vspec:accept 自动生成验收用例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覆盖正常/边界/异常路径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自动化测试代码直接可用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典型应用场景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108960"/>
            <a:ext cx="10241280" cy="0"/>
          </a:xfrm>
          <a:prstGeom prst="line">
            <a:avLst/>
          </a:prstGeom>
          <a:noFill/>
          <a:ln w="254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6900" y="294436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55448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73736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项目立项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196596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方案评审前补全需求基线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36844" y="294436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66328" y="251460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6056" y="269748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需求澄清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76056" y="292608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/vspec:new 生成结构化规约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16788" y="294436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46272" y="155448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6000" y="173736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迭代精炼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6000" y="196596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/vspec:refine 变更自动同步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96732" y="294436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26216" y="251460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35944" y="269748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详细设计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35944" y="292608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20+ 维度逐项展开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76676" y="294436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6160" y="155448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5888" y="173736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原型验证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15888" y="196596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可交互 HTML 对齐期望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56619" y="294436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6104" y="251460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95832" y="269748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验收测试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95832" y="292608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用例自动生成 + 自动化测试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536563" y="294436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66047" y="155448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75775" y="173736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质量检查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175775" y="196596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15+ 行业标准自动扫描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916507" y="294436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45991" y="2514600"/>
            <a:ext cx="1251928" cy="123444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55719" y="2697480"/>
            <a:ext cx="1032472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集成实现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555719" y="2926080"/>
            <a:ext cx="1032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/vspec:impl 生成代码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11551615" cy="6345936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马上开始你的第一个可视化需求规格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9808" y="1051560"/>
            <a:ext cx="4160520" cy="5074920"/>
          </a:xfrm>
          <a:prstGeom prst="roundRect">
            <a:avLst>
              <a:gd name="adj" fmla="val 48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安装：npx skills add visual-req/visual-spec --skill visual-spec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只需一句 /vspec:new，把散乱需求变成结构化规约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从需求澄清到验收测试，全链路 11 个命令覆盖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74920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39512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安装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39512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npx skills add visual-req/visual-spec --skill visual-spec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03336" y="105156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7928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开始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67928" y="152704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/vspec:new 你的需求描述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74920" y="361188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37764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迭代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9512" y="408736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/vspec:refine 变更自动同步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03336" y="3611880"/>
            <a:ext cx="3163824" cy="2395728"/>
          </a:xfrm>
          <a:prstGeom prst="roundRect">
            <a:avLst>
              <a:gd name="adj" fmla="val 6870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67928" y="377647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验收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67928" y="4087368"/>
            <a:ext cx="2834640" cy="17556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/vspec:accept 自动生成用例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82880"/>
            <a:ext cx="2926080" cy="2926080"/>
          </a:xfrm>
          <a:prstGeom prst="ellipse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65760" y="4937760"/>
            <a:ext cx="3291840" cy="3291840"/>
          </a:xfrm>
          <a:prstGeom prst="ellipse">
            <a:avLst/>
          </a:prstGeom>
          <a:solidFill>
            <a:srgbClr val="2563EB">
              <a:alpha val="16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1016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822960"/>
            <a:ext cx="1920240" cy="1920240"/>
          </a:xfrm>
          <a:prstGeom prst="ellipse">
            <a:avLst/>
          </a:prstGeom>
          <a:solidFill>
            <a:srgbClr val="334155">
              <a:alpha val="0"/>
            </a:srgbClr>
          </a:solidFill>
          <a:ln w="1397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286000"/>
            <a:ext cx="0" cy="1051560"/>
          </a:xfrm>
          <a:prstGeom prst="line">
            <a:avLst/>
          </a:prstGeom>
          <a:noFill/>
          <a:ln w="38100">
            <a:solidFill>
              <a:srgbClr val="FFFFFF">
                <a:alpha val="5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谢谢观看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期待与您深入交流可视化需求规约实践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visual-req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</dc:title>
  <dc:subject>Deck</dc:subject>
  <dc:creator>fast_ppt</dc:creator>
  <cp:lastModifiedBy>fast_ppt</cp:lastModifiedBy>
  <cp:revision>1</cp:revision>
  <dcterms:created xsi:type="dcterms:W3CDTF">2026-07-12T03:16:54Z</dcterms:created>
  <dcterms:modified xsi:type="dcterms:W3CDTF">2026-07-12T03:16:54Z</dcterms:modified>
</cp:coreProperties>
</file>