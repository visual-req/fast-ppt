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43"/>
          </a:solidFill>
          <a:ln w="12700">
            <a:solidFill>
              <a:srgbClr val="171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8A7DFF">
              <a:alpha val="22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5B6CFF">
              <a:alpha val="16000"/>
            </a:srgbClr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2B2F7F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PRESENTATION DECK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Visual-Spec：需求到规约，一步到位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驱动的需求工程化工作台，把原始需求一键转成结构化规约、交互原型和验收标准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Indigo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讲师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815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Visual-Spec 团队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日期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43"/>
          </a:solidFill>
          <a:ln w="12700">
            <a:solidFill>
              <a:srgbClr val="171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8A7DFF">
              <a:alpha val="22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5B6CFF">
              <a:alpha val="16000"/>
            </a:srgbClr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2B2F7F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目录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14400" y="164592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69164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67335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需求之痛：每个团队都踩过的坑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21284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258568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24028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Visual-Spec 如何把需求变成规约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277977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825496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80720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完整工作流与核心能力全景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334670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39242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3374136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关键命令：从分析到实现与测试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91363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959352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3941064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效果对比、适用对象与典型场景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448056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52628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450799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马上开始：如何落地使用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43"/>
          </a:solidFill>
          <a:ln w="12700">
            <a:solidFill>
              <a:srgbClr val="171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8A7DFF">
              <a:alpha val="22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5B6CFF">
              <a:alpha val="16000"/>
            </a:srgbClr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2B2F7F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需求之痛：每个团队都踩过的坑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散乱的 PRD、漏掉的边界条件、反复的返工——先看看我们每天在经历什么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需求之痛：9 个团队常见痛点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需求模糊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一页纸/一句话需求，缺乏详细描述与场景展开，三方理解成三种样子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需求质量不高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遗漏边界/权限/角色/异常/场景，需求理解与业务要求不一致，细节模糊产生歧义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验收缺失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「功能正常」不叫验收标准，缺少有效的确认与验证过程，交付不可量化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返工成本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需求变更后设计、编码、测试、文档连锁修改，一次变更 19.5 人时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信息分散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需求散落在 PRD、聊天记录、会议纪要里，没有单一事实来源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设计遗漏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开发凭经验补设计，外部依赖识别不足，权限、并发、事务没人明确说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流程断裂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需求→设计→开发→测试各阶段信息断层，理解层层偏移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不可追溯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需求变更后，谁改的、为什么改、影响什么功能——全不清楚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沟通成本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平均沟通 8 轮才能对齐，每次评审都像重新讲一遍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更多需求痛点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缺少确认与验证过程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验收靠口头确认，没有量化标准和可执行用例，交付质量依赖个人经验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需求频繁变更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73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变更靠口头和文件名版本号传递，手工通知 5 个角色，总有人漏掉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版本管理混乱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PRD_v3 → final → final2_修，没有变更历史和影响分析记录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27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外部依赖识别不足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373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只关注本系统功能，忽略上下游接口依赖，开发到一半才发现需要跨团队协调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痛点一：需求模糊 —— 一页纸需求的三套理解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痛点二：需求质量不高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痛点三：验收标准缺失，交付不可量化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痛点四：返工成本——40% 工作量花在返工上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痛点五：信息分散——没有单一事实来源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痛点六：设计遗漏——PRD 只写功能，不写技术约束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痛点七：流程断裂——理解在传递中层层偏移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痛点八：不可追溯——谁改的、为什么、影响什么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痛点九：沟通成本——8 轮评审才对齐一次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痛点十：缺少有效的确认与验证过程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痛点十一：需求频繁变更，版本管理混乱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痛点十二：外部依赖识别不足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解决方案原理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Visual-Spec 完整工作流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Visual-Spec 核心能力全景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/vspec:new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需求分析：原始需求 → 角色/功能/流程/场景基线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/vspec:refine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需求精炼：变更后自动同步下游设计、原型、测试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/vspec:detail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详细设计：20+ 维度逐功能展开，权限/校验/状态机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/vspec:verify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原型验证：生成数据模型 + 可交互 HTML 原型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/vspec:accept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验收用例：基于场景矩阵自动生成验收测试用例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/vspec:append-test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自动化测试：输出 JUnit/pytest/Cucumber 可执行代码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/vspec:qc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质量检查：15+ 行业标准扫描，生成质检报告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/vspec:impl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集成实现：生成前后端代码，对接现有技术栈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/vspec:plan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规划排期：基于功能清单自动估算工时与排期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/vspec:new 工作流程：从一句话到结构化规约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详细设计：/vspec:detail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确认与验证流程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原型验证：/vspec:verify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质量检查：/vspec:qc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集成实现：/vspec:impl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自动化测试：/vspec:append-test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2B2F7F"/>
          </a:solidFill>
          <a:ln w="12700">
            <a:solidFill>
              <a:srgbClr val="2B2F7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读取 /specs/acceptance/ 中的验收用例 + 项目现有测试框架配置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自动生成适配当前技术栈的自动化测试代码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支持 JUnit（Java）、pytest（Python）、Cucumber（BDD）等多种格式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测试代码含：setup/teardown、断言逻辑、mock 数据、参数化用例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输出到项目 test/ 目录，可直接加入 CI 流水线运行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变更后重新运行 /vspec:refine，测试用例自动同步更新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单元/集成测试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自动化测试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Cucumber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BDD 行为驱动测试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规划排期：/vspec:plan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验收用例生成：为什么场景和验收用例天然匹配？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存量升级：/vspec:upgrade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2B2F7F"/>
          </a:solidFill>
          <a:ln w="12700">
            <a:solidFill>
              <a:srgbClr val="2B2F7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专为存量系统升级/改造场景设计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读入 /docs/legacy/ 存量资料 + /docs/current/ 新需求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生成升级方案并同步技术选型到 /scheme.yaml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输出：改造目标规约 + 技术栈选择 + 迁移路径建议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效果对比：用与不用的差别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77824" y="1444752"/>
            <a:ext cx="4480560" cy="4023360"/>
          </a:xfrm>
          <a:prstGeom prst="roundRect">
            <a:avLst>
              <a:gd name="adj" fmla="val 5455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1444752"/>
            <a:ext cx="4480560" cy="402336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7556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不用 visual-spec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59168" y="17556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用 visual-spec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221284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沟通 8 轮仍理解不一致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返工率 40%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需求准确率 60%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边界条件靠开发猜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验收标准口头传递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需求→设计→实现脱节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59168" y="221284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沟通 2 轮对齐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返工率 &lt;10%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需求准确率 95%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边界条件自动检出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验收脚本自动生成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全链路可追溯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13248" y="2852928"/>
            <a:ext cx="1005840" cy="566928"/>
          </a:xfrm>
          <a:prstGeom prst="chevron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谁应该用 visual-spec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产品经理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快速验证需求完整性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一键生成原型对齐预期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变更后自动同步下游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技术负责人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73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降低设计遗漏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统一需求到设计的标准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减少评审返工轮次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开发工程师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详细设计直接指导编码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边界条件不再靠猜测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/vspec:impl 生成代码骨架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27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测试工程师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373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/vspec:accept 自动生成验收用例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覆盖正常/边界/异常路径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自动化测试代码直接可用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典型应用场景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3108960"/>
            <a:ext cx="10241280" cy="0"/>
          </a:xfrm>
          <a:prstGeom prst="line">
            <a:avLst/>
          </a:prstGeom>
          <a:noFill/>
          <a:ln w="25400">
            <a:solidFill>
              <a:srgbClr val="D9E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6900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项目立项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方案评审前补全需求基线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36844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66328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76056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需求澄清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76056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/vspec:new 生成结构化规约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16788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6272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6000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迭代精炼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6000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/vspec:refine 变更自动同步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96732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26216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5944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详细设计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35944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20+ 维度逐项展开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76676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6160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5888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原型验证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15888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可交互 HTML 对齐期望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56619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6104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5832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验收测试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795832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用例自动生成 + 自动化测试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536563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66047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75775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质量检查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175775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15+ 行业标准自动扫描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916507" y="2944368"/>
            <a:ext cx="310896" cy="310896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45991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55719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集成实现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555719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/vspec:impl 生成代码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8A7DFF">
              <a:alpha val="16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8A7DFF"/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5B6CFF"/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2F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马上开始你的第一个可视化需求规格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2B2F7F"/>
          </a:solidFill>
          <a:ln w="12700">
            <a:solidFill>
              <a:srgbClr val="2B2F7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安装：npx skills add visual-req/visual-spec --skill visual-spec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只需一句 /vspec:new，把散乱需求变成结构化规约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从需求澄清到验收测试，全链路 11 个命令覆盖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 skills add visual-req/visual-spec --skill visual-spec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/vspec:new 你的需求描述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迭代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/vspec:refine 变更自动同步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03336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4F6FF"/>
          </a:solidFill>
          <a:ln w="12700">
            <a:solidFill>
              <a:srgbClr val="D9E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67928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/vspec:accept 自动生成用例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43"/>
          </a:solidFill>
          <a:ln w="12700">
            <a:solidFill>
              <a:srgbClr val="171A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8A7DFF">
              <a:alpha val="22000"/>
            </a:srgbClr>
          </a:solidFill>
          <a:ln w="12700">
            <a:solidFill>
              <a:srgbClr val="8A7D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5B6CFF">
              <a:alpha val="16000"/>
            </a:srgbClr>
          </a:solidFill>
          <a:ln w="12700">
            <a:solidFill>
              <a:srgbClr val="5B6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2B2F7F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谢谢观看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期待与您深入交流可视化需求规约实践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visual-req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subject>Deck</dc:subject>
  <dc:creator>fast_ppt</dc:creator>
  <cp:lastModifiedBy>fast_ppt</cp:lastModifiedBy>
  <cp:revision>1</cp:revision>
  <dcterms:created xsi:type="dcterms:W3CDTF">2026-07-12T03:31:55Z</dcterms:created>
  <dcterms:modified xsi:type="dcterms:W3CDTF">2026-07-12T03:31:55Z</dcterms:modified>
</cp:coreProperties>
</file>